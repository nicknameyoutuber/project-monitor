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Приветствие. Представить проект — систему мониторинга проектов с видеозвонками и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E94560"/>
                </a:solidFill>
              </a:rPr>
              <a:t>Project Monitor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E94560"/>
                </a:solidFill>
              </a:rPr>
              <a:t>Обзор системы мониторинга проектов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94560"/>
                </a:solidFill>
              </a:rPr>
              <a:t>Архитектура системы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EAEAEA"/>
                </a:solidFill>
              </a:rPr>
              <a:t>Frontend: React + TypeScript + Vite</a:t>
            </a:r>
          </a:p>
          <a:p>
            <a:pPr/>
            <a:r>
              <a:rPr sz="1800">
                <a:solidFill>
                  <a:srgbClr val="EAEAEA"/>
                </a:solidFill>
              </a:rPr>
              <a:t>Backend: Python FastAPI + PostgreSQL</a:t>
            </a:r>
          </a:p>
          <a:p>
            <a:pPr/>
            <a:r>
              <a:rPr sz="1800">
                <a:solidFill>
                  <a:srgbClr val="EAEAEA"/>
                </a:solidFill>
              </a:rPr>
              <a:t>New Backend: Java Spring Boot</a:t>
            </a:r>
          </a:p>
          <a:p>
            <a:pPr/>
            <a:r>
              <a:rPr sz="1800">
                <a:solidFill>
                  <a:srgbClr val="EAEAEA"/>
                </a:solidFill>
              </a:rPr>
              <a:t>Media: MediaSoup + LiveKit</a:t>
            </a:r>
          </a:p>
          <a:p>
            <a:pPr/>
            <a:r>
              <a:rPr sz="1800">
                <a:solidFill>
                  <a:srgbClr val="EAEAEA"/>
                </a:solidFill>
              </a:rPr>
              <a:t>Deploy: Docker Compose + Nginx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E94560"/>
                </a:solidFill>
              </a:rPr>
              <a:t>Технологии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828800"/>
          <a:ext cx="7680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33400">
                <a:tc>
                  <a:txBody>
                    <a:bodyPr/>
                    <a:lstStyle/>
                    <a:p>
                      <a:r>
                        <a:t>Компонент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Технология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Статус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 + 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Production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Production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New 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Spring 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🔧 В разработке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Видеозвонки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LiveKit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Production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База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PostgreSQL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Production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743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94560"/>
                </a:solidFill>
              </a:rPr>
              <a:t>Модули системы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1097280"/>
          </a:xfrm>
          <a:prstGeom prst="roundRect">
            <a:avLst/>
          </a:prstGeom>
          <a:solidFill>
            <a:srgbClr val="E945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Задачи и проекты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560320" cy="1097280"/>
          </a:xfrm>
          <a:prstGeom prst="roundRect">
            <a:avLst/>
          </a:prstGeom>
          <a:solidFill>
            <a:srgbClr val="0F34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Видеозвонки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1097280"/>
          </a:xfrm>
          <a:prstGeom prst="roundRect">
            <a:avLst/>
          </a:prstGeom>
          <a:solidFill>
            <a:srgbClr val="53348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AI-ассистент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560320" cy="1097280"/>
          </a:xfrm>
          <a:prstGeom prst="roundRect">
            <a:avLst/>
          </a:prstGeom>
          <a:solidFill>
            <a:srgbClr val="1621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Telegram-бот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200400"/>
            <a:ext cx="2560320" cy="1097280"/>
          </a:xfrm>
          <a:prstGeom prst="roundRect">
            <a:avLst/>
          </a:prstGeom>
          <a:solidFill>
            <a:srgbClr val="1B433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Доска / Whiteboard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200400"/>
            <a:ext cx="2560320" cy="1097280"/>
          </a:xfrm>
          <a:prstGeom prst="roundRect">
            <a:avLst/>
          </a:prstGeom>
          <a:solidFill>
            <a:srgbClr val="4A194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SSO / Авторизация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E94560"/>
                </a:solidFill>
              </a:rP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8404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EAEAEA"/>
                </a:solidFill>
              </a:rPr>
              <a:t>Project Monitor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